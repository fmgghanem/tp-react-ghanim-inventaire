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5455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
- https://redux-toolkit.js.org/api/configureStore
- https://redux-toolkit.js.org/api/createSlice
- https://vite.dev/guide/
- https://reactrouter.com/api/hooks/useParams
[References]
- Redux Toolkit docs (configureStore, createSlice)
- Vite docs (scripts dev/build/preview)
- React Router docs (useParams, useSearchParams)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
- https://reactrouter.com/api/hooks/useParams
- https://reactrouter.com/api/hooks/useSearchParams
[References]
- React Router hooks (useParams, useSearchParams)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
- https://react.dev/reference/react/createContext
- https://react.dev/reference/react/useContext
[References]
- React Context API (createContext, useContext)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
- https://redux-toolkit.js.org/api/configureStore
- https://redux-toolkit.js.org/tutorials/quick-start
[References]
- Redux Toolkit (configureStore, Provider)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
- https://redux-toolkit.js.org/api/createSlice
[References]
- Redux Toolkit createSlice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
- https://reactrouter.com/api/hooks/useParams
[References]
- React Router useParams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
- https://vite.dev/guide/
[References]
- Vite scripts (dev/build/preview)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https://je.tek-up.de/img/tekup-logo.png
- https://vite.dev/guide/build
- https://vite.dev/guide/cli
[References]
- Vite build/preview documentation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E-Shop React — Présentation du projet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0" y="566928"/>
            <a:ext cx="12191695" cy="5879592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182880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E‑commerce (TP React)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868680" y="265176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Admin/Client • Redux Toolkit • React Router • Auth Context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68680" y="3383280"/>
            <a:ext cx="1045433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097280" y="356616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&amp; encadrants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097280" y="388620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Enseignant: Mohamed Amin BenRhouma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Stack technique (outils &amp; dépendances)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1005840"/>
            <a:ext cx="109728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14400" y="12344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Technos utilisées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14400" y="16916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(scaffold, dev server, build, preview).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react-router-dom: Routes, Navigate, useParams (détails produit).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@reduxjs/toolkit + react-redux: store, slices, selectors.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API: AuthProvider + ThemeProvider (bannière + thème).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PowerShell: génération/écriture des fichiers + lancement.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Architecture globale (vue d’ensemble)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principal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31520" y="1280160"/>
            <a:ext cx="3291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60120" y="14630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(Pages/Components)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• Product • Cart • Admin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97680" y="1280160"/>
            <a:ext cx="3291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526280" y="14630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863840" y="1280160"/>
            <a:ext cx="3291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092440" y="14630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ProtectedRoute / RoleRoute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560320" y="3291840"/>
            <a:ext cx="3291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2788920" y="34747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Store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0" y="3291840"/>
            <a:ext cx="3291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629400" y="34747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Theme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localStorage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023360" y="1920240"/>
            <a:ext cx="228600" cy="0"/>
          </a:xfrm>
          <a:prstGeom prst="line">
            <a:avLst/>
          </a:prstGeom>
          <a:noFill/>
          <a:ln w="25400">
            <a:solidFill>
              <a:srgbClr val="3A86FF"/>
            </a:solidFill>
            <a:prstDash val="solid"/>
            <a:headEnd type="none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7589520" y="1920240"/>
            <a:ext cx="228600" cy="0"/>
          </a:xfrm>
          <a:prstGeom prst="line">
            <a:avLst/>
          </a:prstGeom>
          <a:noFill/>
          <a:ln w="25400">
            <a:solidFill>
              <a:srgbClr val="3A86FF"/>
            </a:solidFill>
            <a:prstDash val="solid"/>
            <a:headEnd type="none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5120640" y="2560320"/>
            <a:ext cx="0" cy="731520"/>
          </a:xfrm>
          <a:prstGeom prst="line">
            <a:avLst/>
          </a:prstGeom>
          <a:noFill/>
          <a:ln w="25400">
            <a:solidFill>
              <a:srgbClr val="3A86FF"/>
            </a:solidFill>
            <a:prstDash val="solid"/>
            <a:headEnd type="none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7498080" y="2560320"/>
            <a:ext cx="365760" cy="731520"/>
          </a:xfrm>
          <a:prstGeom prst="line">
            <a:avLst/>
          </a:prstGeom>
          <a:noFill/>
          <a:ln w="25400">
            <a:solidFill>
              <a:srgbClr val="3A86FF"/>
            </a:solidFill>
            <a:prstDash val="solid"/>
            <a:headEnd type="none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5486400" y="3931920"/>
            <a:ext cx="822960" cy="0"/>
          </a:xfrm>
          <a:prstGeom prst="line">
            <a:avLst/>
          </a:prstGeom>
          <a:noFill/>
          <a:ln w="25400">
            <a:solidFill>
              <a:srgbClr val="3A86FF"/>
            </a:solidFill>
            <a:prstDash val="solid"/>
            <a:headEnd type="none"/>
            <a:tailEnd type="triangle"/>
          </a:ln>
        </p:spPr>
      </p:sp>
      <p:sp>
        <p:nvSpPr>
          <p:cNvPr id="25" name="Text 21"/>
          <p:cNvSpPr/>
          <p:nvPr/>
        </p:nvSpPr>
        <p:spPr>
          <a:xfrm>
            <a:off x="731520" y="4892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Structure du projet (dossiers &amp; responsabilités)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91440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14400" y="10972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(simplifiée)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14400" y="1508760"/>
            <a:ext cx="1042416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app/ store.js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context/ AuthContext.jsx, ThemeContext.jsx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components/ AppHeader.jsx, ProtectedRoute.jsx, RoleRoute.jsx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features/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products/ productsSlice.js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cart/ cartSlice.js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pages/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Login, Home, ProductDetail, Cart, Orders, NotFound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admin/ AdminHome, AdminProducts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App.jsx (Routes)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main.jsx (Providers)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Navigation (React Router)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914400"/>
            <a:ext cx="55778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10789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principales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1463040"/>
            <a:ext cx="51206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 : connexion (non protégée)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: catalogue (protégé)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/p/:id : détails produit (useParams)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/cart : panier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/orders : commandes (placeholder)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/admin/* : pages admin (RoleRoute)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: NotFound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55080" y="914400"/>
            <a:ext cx="519379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583680" y="1078992"/>
            <a:ext cx="4736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routes ?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83680" y="1463040"/>
            <a:ext cx="47365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route params: /p/:id.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Protection: redirection vers /login si non connecté.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Admin/Client via allow=["admin"].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404 pour robustesse.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Authentification (Context API + localStorage)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123444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68680" y="13990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AuthProvider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68680" y="1783080"/>
            <a:ext cx="105156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 user={ username, role, displayName } dans le state.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login() vérifie 2 comptes: ghanem(admin), ghanem2(client) — mdp azerty.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Persistance: localStorage("eshop_user") + rechargement automatique au mount.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logout() supprime le user + nettoie le localStorage.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Protection des pages (ProtectedRoute &amp; RoleRoute)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914400"/>
            <a:ext cx="54864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10789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ProtectedRoute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1463040"/>
            <a:ext cx="50292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user absent → Navigate("/login").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→ rend children.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Empêche l’accès au catalogue/panier sans connexion.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9360" y="914400"/>
            <a:ext cx="528523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537960" y="1078992"/>
            <a:ext cx="4828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RoleRoute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1463040"/>
            <a:ext cx="482803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allow ex: ["admin"].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role non autorisé → Navigate("/").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Contrôle: pages /admin et /admin/products.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Redux Store (Provider + configureStore)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123444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68680" y="13990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store.js + main.jsx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68680" y="1783080"/>
            <a:ext cx="105156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configureStore({ reducer: { products, cart } })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&lt;Provider store={store}&gt; entoure &lt;App /&gt;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useSelector() lit l’état, useDispatch() envoie des actions.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Avantage: état partagé entre pages (Home, Cart, Admin).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Slice Produits (createSlice)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914400"/>
            <a:ext cx="55778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10789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selectors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1463040"/>
            <a:ext cx="51206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state.products.items = tableau des produits.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selectAllProducts(state) → liste.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selectProductById(state, id) → détail.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“placeholder” avec image via placeholder.com.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55080" y="914400"/>
            <a:ext cx="519379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583680" y="1078992"/>
            <a:ext cx="4736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admin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83680" y="1463040"/>
            <a:ext cx="47365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adminAddProduct(payload): ajoute un produit.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adminUpdateProduct(payload): mode édition.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adminDeleteProduct(id): suppression.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adminAdjustStock({id, delta}): +Stock / -Stock.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Slice Panier (règles métier)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914400"/>
            <a:ext cx="5669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10789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panier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1463040"/>
            <a:ext cx="5212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addToCart(produit): ajoute ou incrémente la quantité.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decreaseQty(id): décrémente, supprime si quantité=0.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removeFromCart(id): supprime la ligne.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clearCart(): vide le panier.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55080" y="914400"/>
            <a:ext cx="519379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583680" y="1078992"/>
            <a:ext cx="4736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(calculs)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83680" y="1463040"/>
            <a:ext cx="47365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selectCartCount: somme des quantités (badge header).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selectCartTotal: somme des price * quantity.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de recalculer dans chaque composant.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Page Catalogue (Home) — filtrage &amp; ajout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91440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10789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Home.jsx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1463040"/>
            <a:ext cx="105156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useSelector(selectAllProducts) récupère les produits.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useState(q, cat) pour la recherche et catégorie.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useMemo(categories) calcule la liste des catégories.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useMemo(filtered) filtre title + category.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“Ajouter” → dispatch(addToCart(p)).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“Détails” → /p/:id (Route params).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Détails Produit — params + selector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91440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10789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ProductDetail.jsx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1463040"/>
            <a:ext cx="105156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useParams() lit l’id depuis l’URL (/p/:id).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selectProductById(state, id) récupère le produit.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cas “produit introuvable” → message.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“Ajouter au panier” → dispatch(addToCart(p)).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Panier — table, total, actions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91440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10789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Cart.jsx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1463040"/>
            <a:ext cx="105156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items + total via selectors.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- (decreaseQty), supprimer, vider.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Sous-total calculé (price * quantity).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panier vide: ligne informative.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Commandes (placeholder réaliste)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91440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10789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Orders.jsx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1463040"/>
            <a:ext cx="105156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accessible pour client &amp; admin.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fictive (CMD-001, CMD-002) pour simuler un historique.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possible: slice orders + persistance (API).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Rôle Admin — navigation &amp; sécurité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914400"/>
            <a:ext cx="55778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10789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conditionnel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1463040"/>
            <a:ext cx="51206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AppHeader: liens Admin affichés si user.role === "admin".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UI adaptée selon le rôle.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ne voit pas l’admin dans le menu.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55080" y="914400"/>
            <a:ext cx="519379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583680" y="1078992"/>
            <a:ext cx="4736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côté route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83680" y="1463040"/>
            <a:ext cx="47365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RoleRoute protège /admin et /admin/products.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si un client tape l’URL: redirection vers /.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“démo” (front only) — en vrai: contrôle serveur.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Admin Produits — CRUD complet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91440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10789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AdminProducts.jsx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1463040"/>
            <a:ext cx="105156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contrôlé: form state (title, category, price, stock...).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édition: editId + préremplissage (startEdit).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submit(): dispatch(adminAddProduct) ou adminUpdateProduct.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Modifier / Supprimer / +Stock / -Stock.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stock: jamais &lt; 0 (Math.max).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UI/UX — bannière, thème, responsive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91440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10789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UI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1463040"/>
            <a:ext cx="105156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AppHeader: logo + badges (nom, rôle, thème) + logout.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Bannière “Ghanem Bouchmel” sur toutes pages (header + footer).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Grilles responsive: grid2 &amp; gridProducts (CSS).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ThemeContext: toggle clair/sombre (démo).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sobres: cards, badges, nav pills.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Workflow dev &amp; persistance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914400"/>
            <a:ext cx="55778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10789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(Vite)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1463040"/>
            <a:ext cx="51206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dev: serveur + HMR (rechargement rapide).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deps automatique (vite).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Debug: console navigateur + erreurs de build.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55080" y="914400"/>
            <a:ext cx="519379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583680" y="1078992"/>
            <a:ext cx="4736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simple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83680" y="1463040"/>
            <a:ext cx="47365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persistée: localStorage("eshop_user").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future: persister panier + commandes.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vrai projet: API + base de données.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pic>
        <p:nvPicPr>
          <p:cNvPr id="3" name="Image 0" descr="/mnt/data/teku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" y="109728"/>
            <a:ext cx="423642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Déploiement &amp; checklist de démonstration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146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47104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Etudiant: Ghanem Bouchmel  •  Enseignant: Mohamed Amin BenRhouma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61695" y="969264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10789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&amp; démonstration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1463040"/>
            <a:ext cx="105156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Installer: npm install + npm i react-router-dom @reduxjs/toolkit react-redux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npm run dev (http://localhost:5173)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npm run build → dossier dist/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npm run preview (tester la version production).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: login admin (ghanem/azerty) → CRUD produits → stock → panier.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: login client (ghanem2/azerty) → catalogue → panier → commandes.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2143</Words>
  <Application>Microsoft Office PowerPoint</Application>
  <PresentationFormat>Widescreen</PresentationFormat>
  <Paragraphs>238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TEKUP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E-Shop React - Présentation</dc:title>
  <dc:subject>TP React - E-Shop</dc:subject>
  <dc:creator>Ghanem Bouchmel</dc:creator>
  <cp:lastModifiedBy>Bouchmel, Ghanem (IPS TC)</cp:lastModifiedBy>
  <cp:revision>2</cp:revision>
  <dcterms:created xsi:type="dcterms:W3CDTF">2026-02-06T17:27:09Z</dcterms:created>
  <dcterms:modified xsi:type="dcterms:W3CDTF">2026-02-06T17:46:49Z</dcterms:modified>
</cp:coreProperties>
</file>